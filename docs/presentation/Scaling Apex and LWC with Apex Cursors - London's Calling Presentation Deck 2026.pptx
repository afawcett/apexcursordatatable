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notesSlide+xml" PartName="/ppt/notesSlides/notesSlide1.xml"/>
  <Override ContentType="application/vnd.openxmlformats-officedocument.presentationml.slide+xml" PartName="/ppt/slides/slide2.xml"/>
  <Override ContentType="application/vnd.openxmlformats-officedocument.presentationml.notesSlide+xml" PartName="/ppt/notesSlides/notesSlide2.xml"/>
  <Override ContentType="application/vnd.openxmlformats-officedocument.presentationml.slide+xml" PartName="/ppt/slides/slide3.xml"/>
  <Override ContentType="application/vnd.openxmlformats-officedocument.presentationml.notesSlide+xml" PartName="/ppt/notesSlides/notesSlide3.xml"/>
  <Override ContentType="application/vnd.openxmlformats-officedocument.presentationml.slide+xml" PartName="/ppt/slides/slide4.xml"/>
  <Override ContentType="application/vnd.openxmlformats-officedocument.presentationml.notesSlide+xml" PartName="/ppt/notesSlides/notesSlide4.xml"/>
  <Override ContentType="application/vnd.openxmlformats-officedocument.presentationml.slide+xml" PartName="/ppt/slides/slide5.xml"/>
  <Override ContentType="application/vnd.openxmlformats-officedocument.presentationml.notesSlide+xml" PartName="/ppt/notesSlides/notesSlide5.xml"/>
  <Override ContentType="application/vnd.openxmlformats-officedocument.presentationml.slide+xml" PartName="/ppt/slides/slide6.xml"/>
  <Override ContentType="application/vnd.openxmlformats-officedocument.presentationml.notesSlide+xml" PartName="/ppt/notesSlides/notesSlide6.xml"/>
  <Override ContentType="application/vnd.openxmlformats-officedocument.presentationml.slide+xml" PartName="/ppt/slides/slide7.xml"/>
  <Override ContentType="application/vnd.openxmlformats-officedocument.presentationml.notesSlide+xml" PartName="/ppt/notesSlides/notesSlide7.xml"/>
  <Override ContentType="application/vnd.openxmlformats-officedocument.presentationml.slide+xml" PartName="/ppt/slides/slide8.xml"/>
  <Override ContentType="application/vnd.openxmlformats-officedocument.presentationml.notesSlide+xml" PartName="/ppt/notesSlides/notesSlide8.xml"/>
  <Override ContentType="application/vnd.openxmlformats-officedocument.presentationml.slide+xml" PartName="/ppt/slides/slide9.xml"/>
  <Override ContentType="application/vnd.openxmlformats-officedocument.presentationml.notesSlide+xml" PartName="/ppt/notesSlides/notesSlide9.xml"/>
  <Override ContentType="application/vnd.openxmlformats-officedocument.presentationml.slide+xml" PartName="/ppt/slides/slide10.xml"/>
  <Override ContentType="application/vnd.openxmlformats-officedocument.presentationml.notesSlide+xml" PartName="/ppt/notesSlides/notesSlide10.xml"/>
  <Override ContentType="application/vnd.openxmlformats-officedocument.presentationml.slide+xml" PartName="/ppt/slides/slide11.xml"/>
  <Override ContentType="application/vnd.openxmlformats-officedocument.presentationml.notesSlide+xml" PartName="/ppt/notesSlides/notesSlide11.xml"/>
  <Override ContentType="application/vnd.openxmlformats-officedocument.presentationml.slide+xml" PartName="/ppt/slides/slide12.xml"/>
  <Override ContentType="application/vnd.openxmlformats-officedocument.presentationml.notesSlide+xml" PartName="/ppt/notesSlides/notesSlide12.xml"/>
  <Override ContentType="application/vnd.openxmlformats-officedocument.presentationml.slide+xml" PartName="/ppt/slides/slide13.xml"/>
  <Override ContentType="application/vnd.openxmlformats-officedocument.presentationml.notesSlide+xml" PartName="/ppt/notesSlides/notesSlide13.xml"/>
  <Override ContentType="application/vnd.openxmlformats-officedocument.presentationml.slide+xml" PartName="/ppt/slides/slide14.xml"/>
  <Override ContentType="application/vnd.openxmlformats-officedocument.presentationml.notesSlide+xml" PartName="/ppt/notesSlides/notesSlide14.xml"/>
  <Override ContentType="application/vnd.openxmlformats-officedocument.presentationml.slide+xml" PartName="/ppt/slides/slide15.xml"/>
  <Override ContentType="application/vnd.openxmlformats-officedocument.presentationml.notesSlide+xml" PartName="/ppt/notesSlides/notesSlide15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6858000" cx="12188825"/>
  <p:notesSz cx="7010400" cy="9296400"/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47" orient="horz"/>
        <p:guide pos="3897" orient="horz"/>
        <p:guide pos="546" orient="horz"/>
        <p:guide pos="738" orient="horz"/>
        <p:guide pos="4319" orient="horz"/>
        <p:guide pos="1272" orient="horz"/>
        <p:guide pos="212"/>
        <p:guide pos="7468"/>
        <p:guide pos="3832" orient="horz"/>
        <p:guide pos="386" orient="horz"/>
        <p:guide pos="1024" orient="horz"/>
        <p:guide pos="220"/>
      </p:guideLst>
    </p:cSldViewPr>
  </p:slide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pos="2928" orient="horz"/>
        <p:guide pos="2208"/>
      </p:guideLst>
    </p:cSldViewPr>
  </p:notesViewPr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/Relationships>
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-1" y="0"/>
            <a:ext cx="5049795" cy="464820"/>
          </a:xfrm>
          <a:prstGeom prst="rect">
            <a:avLst/>
          </a:prstGeom>
          <a:noFill/>
          <a:ln>
            <a:noFill/>
          </a:ln>
        </p:spPr>
        <p:txBody>
          <a:bodyPr anchorCtr="0" anchor="t" bIns="46575" lIns="93175" spcFirstLastPara="1" rIns="93175" wrap="square" tIns="465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5766485" y="0"/>
            <a:ext cx="1243915" cy="464820"/>
          </a:xfrm>
          <a:prstGeom prst="rect">
            <a:avLst/>
          </a:prstGeom>
          <a:noFill/>
          <a:ln>
            <a:noFill/>
          </a:ln>
        </p:spPr>
        <p:txBody>
          <a:bodyPr anchorCtr="0" anchor="t" bIns="46575" lIns="93175" spcFirstLastPara="1" rIns="93175" wrap="square" tIns="465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  <a:noFill/>
          <a:ln>
            <a:noFill/>
          </a:ln>
        </p:spPr>
        <p:txBody>
          <a:bodyPr anchorCtr="0" anchor="t" bIns="46575" lIns="93175" spcFirstLastPara="1" rIns="93175" wrap="square" tIns="4657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cxnSp>
        <p:nvCxnSpPr>
          <p:cNvPr id="7" name="Google Shape;7;n"/>
          <p:cNvCxnSpPr/>
          <p:nvPr/>
        </p:nvCxnSpPr>
        <p:spPr>
          <a:xfrm>
            <a:off x="5832389" y="0"/>
            <a:ext cx="0" cy="469557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SzPts val="1000"/>
              <a:buChar char="-"/>
            </a:pPr>
            <a:r>
              <a:rPr lang="en-US"/>
              <a:t>Why Apex Cursors?</a:t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4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4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2d03ce6db4_0_0:notes"/>
          <p:cNvSpPr txBox="1"/>
          <p:nvPr>
            <p:ph idx="1" type="body"/>
          </p:nvPr>
        </p:nvSpPr>
        <p:spPr>
          <a:xfrm>
            <a:off x="407987" y="4415790"/>
            <a:ext cx="6194400" cy="418350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g22d03ce6db4_0_0:notes"/>
          <p:cNvSpPr/>
          <p:nvPr>
            <p:ph idx="2" type="sldImg"/>
          </p:nvPr>
        </p:nvSpPr>
        <p:spPr>
          <a:xfrm>
            <a:off x="407988" y="696913"/>
            <a:ext cx="6194400" cy="34863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_A" showMasterSp="0">
  <p:cSld name="Title Slide_A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 txBox="1"/>
          <p:nvPr>
            <p:ph type="ctrTitle"/>
          </p:nvPr>
        </p:nvSpPr>
        <p:spPr>
          <a:xfrm>
            <a:off x="360362" y="2691891"/>
            <a:ext cx="10908300" cy="1210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050F"/>
              </a:buClr>
              <a:buSzPts val="5400"/>
              <a:buFont typeface="Arial"/>
              <a:buNone/>
              <a:defRPr sz="5400">
                <a:solidFill>
                  <a:srgbClr val="89050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15" name="Google Shape;15;p2"/>
          <p:cNvCxnSpPr/>
          <p:nvPr/>
        </p:nvCxnSpPr>
        <p:spPr>
          <a:xfrm>
            <a:off x="353648" y="4091980"/>
            <a:ext cx="11583652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Logo.png" id="16" name="Google Shape;16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34213" y="189569"/>
            <a:ext cx="2162128" cy="18032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45150" y="4152900"/>
            <a:ext cx="6543675" cy="2705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2"/>
          <p:cNvSpPr txBox="1"/>
          <p:nvPr/>
        </p:nvSpPr>
        <p:spPr>
          <a:xfrm>
            <a:off x="9290709" y="4139475"/>
            <a:ext cx="2733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800000"/>
                </a:solidFill>
              </a:rPr>
              <a:t>#LDNsCall #LC26</a:t>
            </a:r>
            <a:endParaRPr sz="1600">
              <a:solidFill>
                <a:srgbClr val="800000"/>
              </a:solidFill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345156" y="4913240"/>
            <a:ext cx="4722600" cy="108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/>
          <a:p>
            <a:pPr indent="-13970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​"/>
            </a:pPr>
            <a:r>
              <a:t/>
            </a:r>
            <a:endParaRPr sz="2000">
              <a:solidFill>
                <a:schemeClr val="dk1"/>
              </a:solidFill>
            </a:endParaRPr>
          </a:p>
        </p:txBody>
      </p:sp>
      <p:pic>
        <p:nvPicPr>
          <p:cNvPr id="20" name="Google Shape;20;p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05232" y="410900"/>
            <a:ext cx="6443619" cy="158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orient="horz" pos="912">
          <p15:clr>
            <a:srgbClr val="FBAE40"/>
          </p15:clr>
        </p15:guide>
        <p15:guide id="2" pos="3839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sic">
  <p:cSld name="Basic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/>
          <p:nvPr>
            <p:ph idx="1" type="body"/>
          </p:nvPr>
        </p:nvSpPr>
        <p:spPr>
          <a:xfrm>
            <a:off x="338325" y="1020943"/>
            <a:ext cx="11484900" cy="52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None/>
              <a:defRPr sz="2400"/>
            </a:lvl1pPr>
            <a:lvl2pPr indent="-342900" lvl="1" marL="91440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4pPr>
            <a:lvl5pPr indent="-342900" lvl="4" marL="228600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5pPr>
            <a:lvl6pPr indent="-342900" lvl="5" marL="2743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sic 2">
  <p:cSld name="Basic 2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 txBox="1"/>
          <p:nvPr>
            <p:ph type="title"/>
          </p:nvPr>
        </p:nvSpPr>
        <p:spPr>
          <a:xfrm>
            <a:off x="338327" y="90720"/>
            <a:ext cx="11515535" cy="9080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" type="body"/>
          </p:nvPr>
        </p:nvSpPr>
        <p:spPr>
          <a:xfrm>
            <a:off x="338328" y="1021080"/>
            <a:ext cx="11484864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810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Char char="​"/>
              <a:defRPr sz="2400"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-column">
  <p:cSld name="2-column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idx="1" type="body"/>
          </p:nvPr>
        </p:nvSpPr>
        <p:spPr>
          <a:xfrm>
            <a:off x="338329" y="1599480"/>
            <a:ext cx="5564156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/>
            </a:lvl3pPr>
            <a:lvl4pPr indent="-3302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​"/>
              <a:defRPr/>
            </a:lvl4pPr>
            <a:lvl5pPr indent="-2921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2" type="body"/>
          </p:nvPr>
        </p:nvSpPr>
        <p:spPr>
          <a:xfrm>
            <a:off x="6153636" y="1599480"/>
            <a:ext cx="5576268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/>
            </a:lvl3pPr>
            <a:lvl4pPr indent="-3302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​"/>
              <a:defRPr/>
            </a:lvl4pPr>
            <a:lvl5pPr indent="-2921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type="title"/>
          </p:nvPr>
        </p:nvSpPr>
        <p:spPr>
          <a:xfrm>
            <a:off x="338327" y="90720"/>
            <a:ext cx="11515535" cy="9080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3" type="body"/>
          </p:nvPr>
        </p:nvSpPr>
        <p:spPr>
          <a:xfrm>
            <a:off x="338325" y="1021073"/>
            <a:ext cx="11484900" cy="47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810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Char char="​"/>
              <a:defRPr sz="2400"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olumn">
  <p:cSld name="3_column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 txBox="1"/>
          <p:nvPr>
            <p:ph idx="1" type="body"/>
          </p:nvPr>
        </p:nvSpPr>
        <p:spPr>
          <a:xfrm>
            <a:off x="338328" y="1599480"/>
            <a:ext cx="3749040" cy="43524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/>
            </a:lvl3pPr>
            <a:lvl4pPr indent="-3302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​"/>
              <a:defRPr/>
            </a:lvl4pPr>
            <a:lvl5pPr indent="-2921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2" type="body"/>
          </p:nvPr>
        </p:nvSpPr>
        <p:spPr>
          <a:xfrm>
            <a:off x="4235127" y="1599480"/>
            <a:ext cx="3728166" cy="43524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/>
            </a:lvl3pPr>
            <a:lvl4pPr indent="-3302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​"/>
              <a:defRPr/>
            </a:lvl4pPr>
            <a:lvl5pPr indent="-2921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3" type="body"/>
          </p:nvPr>
        </p:nvSpPr>
        <p:spPr>
          <a:xfrm>
            <a:off x="8090178" y="1599480"/>
            <a:ext cx="3749040" cy="43524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/>
            </a:lvl3pPr>
            <a:lvl4pPr indent="-3302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​"/>
              <a:defRPr/>
            </a:lvl4pPr>
            <a:lvl5pPr indent="-2921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4" type="body"/>
          </p:nvPr>
        </p:nvSpPr>
        <p:spPr>
          <a:xfrm>
            <a:off x="338328" y="1021080"/>
            <a:ext cx="11484864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810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Char char="​"/>
              <a:defRPr sz="2400"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6"/>
          <p:cNvSpPr txBox="1"/>
          <p:nvPr>
            <p:ph type="title"/>
          </p:nvPr>
        </p:nvSpPr>
        <p:spPr>
          <a:xfrm>
            <a:off x="338327" y="90720"/>
            <a:ext cx="11515535" cy="9080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ird split">
  <p:cSld name="Third split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/>
          <p:nvPr>
            <p:ph type="title"/>
          </p:nvPr>
        </p:nvSpPr>
        <p:spPr>
          <a:xfrm>
            <a:off x="338327" y="90720"/>
            <a:ext cx="11515535" cy="9080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7"/>
          <p:cNvSpPr txBox="1"/>
          <p:nvPr>
            <p:ph idx="1" type="body"/>
          </p:nvPr>
        </p:nvSpPr>
        <p:spPr>
          <a:xfrm>
            <a:off x="338325" y="1601725"/>
            <a:ext cx="7608900" cy="481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/>
            </a:lvl3pPr>
            <a:lvl4pPr indent="-3302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​"/>
              <a:defRPr/>
            </a:lvl4pPr>
            <a:lvl5pPr indent="-2921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7"/>
          <p:cNvSpPr txBox="1"/>
          <p:nvPr>
            <p:ph idx="2" type="body"/>
          </p:nvPr>
        </p:nvSpPr>
        <p:spPr>
          <a:xfrm>
            <a:off x="8312848" y="1601787"/>
            <a:ext cx="3542602" cy="42351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1pPr>
            <a:lvl2pPr indent="-355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  <a:defRPr/>
            </a:lvl2pPr>
            <a:lvl3pPr indent="-3556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  <a:defRPr/>
            </a:lvl3pPr>
            <a:lvl4pPr indent="-3556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4pPr>
            <a:lvl5pPr indent="-3556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5pPr>
            <a:lvl6pPr indent="-355600" lvl="5" marL="2743200" algn="l">
              <a:spcBef>
                <a:spcPts val="600"/>
              </a:spcBef>
              <a:spcAft>
                <a:spcPts val="0"/>
              </a:spcAft>
              <a:buSzPts val="2000"/>
              <a:buChar char="•"/>
              <a:defRPr/>
            </a:lvl6pPr>
            <a:lvl7pPr indent="-355600" lvl="6" marL="3200400" algn="l">
              <a:spcBef>
                <a:spcPts val="360"/>
              </a:spcBef>
              <a:spcAft>
                <a:spcPts val="0"/>
              </a:spcAft>
              <a:buSzPts val="2000"/>
              <a:buChar char="•"/>
              <a:defRPr/>
            </a:lvl7pPr>
            <a:lvl8pPr indent="-355600" lvl="7" marL="3657600" algn="l">
              <a:spcBef>
                <a:spcPts val="360"/>
              </a:spcBef>
              <a:spcAft>
                <a:spcPts val="0"/>
              </a:spcAft>
              <a:buSzPts val="2000"/>
              <a:buChar char="•"/>
              <a:defRPr/>
            </a:lvl8pPr>
            <a:lvl9pPr indent="-355600" lvl="8" marL="4114800" algn="l">
              <a:spcBef>
                <a:spcPts val="360"/>
              </a:spcBef>
              <a:spcAft>
                <a:spcPts val="0"/>
              </a:spcAft>
              <a:buSzPts val="2000"/>
              <a:buChar char="•"/>
              <a:defRPr/>
            </a:lvl9pPr>
          </a:lstStyle>
          <a:p/>
        </p:txBody>
      </p:sp>
      <p:sp>
        <p:nvSpPr>
          <p:cNvPr id="42" name="Google Shape;42;p7"/>
          <p:cNvSpPr/>
          <p:nvPr/>
        </p:nvSpPr>
        <p:spPr>
          <a:xfrm flipH="1">
            <a:off x="8128017" y="1600200"/>
            <a:ext cx="64008" cy="6072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3" name="Google Shape;43;p7"/>
          <p:cNvCxnSpPr/>
          <p:nvPr/>
        </p:nvCxnSpPr>
        <p:spPr>
          <a:xfrm>
            <a:off x="8128017" y="1600200"/>
            <a:ext cx="0" cy="423672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338328" y="1021080"/>
            <a:ext cx="11484864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1pPr>
            <a:lvl2pPr indent="-355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  <a:defRPr/>
            </a:lvl2pPr>
            <a:lvl3pPr indent="-3556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  <a:defRPr/>
            </a:lvl3pPr>
            <a:lvl4pPr indent="-3556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4pPr>
            <a:lvl5pPr indent="-3556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5pPr>
            <a:lvl6pPr indent="-355600" lvl="5" marL="2743200" algn="l">
              <a:spcBef>
                <a:spcPts val="600"/>
              </a:spcBef>
              <a:spcAft>
                <a:spcPts val="0"/>
              </a:spcAft>
              <a:buSzPts val="2000"/>
              <a:buChar char="•"/>
              <a:defRPr/>
            </a:lvl6pPr>
            <a:lvl7pPr indent="-355600" lvl="6" marL="3200400" algn="l">
              <a:spcBef>
                <a:spcPts val="360"/>
              </a:spcBef>
              <a:spcAft>
                <a:spcPts val="0"/>
              </a:spcAft>
              <a:buSzPts val="2000"/>
              <a:buChar char="•"/>
              <a:defRPr/>
            </a:lvl7pPr>
            <a:lvl8pPr indent="-355600" lvl="7" marL="3657600" algn="l">
              <a:spcBef>
                <a:spcPts val="360"/>
              </a:spcBef>
              <a:spcAft>
                <a:spcPts val="0"/>
              </a:spcAft>
              <a:buSzPts val="2000"/>
              <a:buChar char="•"/>
              <a:defRPr/>
            </a:lvl8pPr>
            <a:lvl9pPr indent="-355600" lvl="8" marL="4114800" algn="l">
              <a:spcBef>
                <a:spcPts val="360"/>
              </a:spcBef>
              <a:spcAft>
                <a:spcPts val="0"/>
              </a:spcAft>
              <a:buSzPts val="20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ird split 2">
  <p:cSld name="Third split 2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/>
          <p:nvPr>
            <p:ph type="title"/>
          </p:nvPr>
        </p:nvSpPr>
        <p:spPr>
          <a:xfrm>
            <a:off x="338327" y="90720"/>
            <a:ext cx="11515535" cy="9080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" type="body"/>
          </p:nvPr>
        </p:nvSpPr>
        <p:spPr>
          <a:xfrm>
            <a:off x="338328" y="1601723"/>
            <a:ext cx="3502152" cy="43252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1pPr>
            <a:lvl2pPr indent="-355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  <a:defRPr/>
            </a:lvl2pPr>
            <a:lvl3pPr indent="-3556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  <a:defRPr/>
            </a:lvl3pPr>
            <a:lvl4pPr indent="-3556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4pPr>
            <a:lvl5pPr indent="-3556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5pPr>
            <a:lvl6pPr indent="-355600" lvl="5" marL="2743200" algn="l">
              <a:spcBef>
                <a:spcPts val="600"/>
              </a:spcBef>
              <a:spcAft>
                <a:spcPts val="0"/>
              </a:spcAft>
              <a:buSzPts val="2000"/>
              <a:buChar char="•"/>
              <a:defRPr/>
            </a:lvl6pPr>
            <a:lvl7pPr indent="-355600" lvl="6" marL="3200400" algn="l">
              <a:spcBef>
                <a:spcPts val="360"/>
              </a:spcBef>
              <a:spcAft>
                <a:spcPts val="0"/>
              </a:spcAft>
              <a:buSzPts val="2000"/>
              <a:buChar char="•"/>
              <a:defRPr/>
            </a:lvl7pPr>
            <a:lvl8pPr indent="-355600" lvl="7" marL="3657600" algn="l">
              <a:spcBef>
                <a:spcPts val="360"/>
              </a:spcBef>
              <a:spcAft>
                <a:spcPts val="0"/>
              </a:spcAft>
              <a:buSzPts val="2000"/>
              <a:buChar char="•"/>
              <a:defRPr/>
            </a:lvl8pPr>
            <a:lvl9pPr indent="-355600" lvl="8" marL="4114800" algn="l">
              <a:spcBef>
                <a:spcPts val="360"/>
              </a:spcBef>
              <a:spcAft>
                <a:spcPts val="0"/>
              </a:spcAft>
              <a:buSzPts val="2000"/>
              <a:buChar char="•"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2" type="body"/>
          </p:nvPr>
        </p:nvSpPr>
        <p:spPr>
          <a:xfrm>
            <a:off x="4206250" y="1603250"/>
            <a:ext cx="7649100" cy="47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/>
            </a:lvl3pPr>
            <a:lvl4pPr indent="-3302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​"/>
              <a:defRPr/>
            </a:lvl4pPr>
            <a:lvl5pPr indent="-2921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" name="Google Shape;49;p8"/>
          <p:cNvSpPr/>
          <p:nvPr/>
        </p:nvSpPr>
        <p:spPr>
          <a:xfrm>
            <a:off x="3966951" y="1600200"/>
            <a:ext cx="64008" cy="6072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" name="Google Shape;50;p8"/>
          <p:cNvCxnSpPr/>
          <p:nvPr/>
        </p:nvCxnSpPr>
        <p:spPr>
          <a:xfrm>
            <a:off x="4030959" y="1600200"/>
            <a:ext cx="0" cy="4326775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1" name="Google Shape;51;p8"/>
          <p:cNvSpPr txBox="1"/>
          <p:nvPr>
            <p:ph idx="3" type="body"/>
          </p:nvPr>
        </p:nvSpPr>
        <p:spPr>
          <a:xfrm>
            <a:off x="338328" y="1021080"/>
            <a:ext cx="11484864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810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Char char="​"/>
              <a:defRPr sz="2400"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-column photos">
  <p:cSld name="4-column photos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9"/>
          <p:cNvSpPr/>
          <p:nvPr/>
        </p:nvSpPr>
        <p:spPr>
          <a:xfrm>
            <a:off x="6207877" y="381000"/>
            <a:ext cx="292375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9"/>
          <p:cNvSpPr txBox="1"/>
          <p:nvPr>
            <p:ph type="title"/>
          </p:nvPr>
        </p:nvSpPr>
        <p:spPr>
          <a:xfrm>
            <a:off x="338327" y="90720"/>
            <a:ext cx="11515535" cy="9080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9"/>
          <p:cNvSpPr/>
          <p:nvPr>
            <p:ph idx="2" type="pic"/>
          </p:nvPr>
        </p:nvSpPr>
        <p:spPr>
          <a:xfrm>
            <a:off x="332623" y="1703211"/>
            <a:ext cx="2727179" cy="390808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125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600"/>
              <a:buFont typeface="Arial"/>
              <a:buChar char="​"/>
              <a:defRPr b="0" i="0" sz="1600" u="none" cap="none" strike="noStrike">
                <a:solidFill>
                  <a:srgbClr val="0079A8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​"/>
              <a:defRPr b="0" i="0" sz="1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6" name="Google Shape;56;p9"/>
          <p:cNvSpPr/>
          <p:nvPr>
            <p:ph idx="3" type="pic"/>
          </p:nvPr>
        </p:nvSpPr>
        <p:spPr>
          <a:xfrm>
            <a:off x="3257205" y="1703211"/>
            <a:ext cx="2727179" cy="390808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125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600"/>
              <a:buFont typeface="Arial"/>
              <a:buChar char="​"/>
              <a:defRPr b="0" i="0" sz="1600" u="none" cap="none" strike="noStrike">
                <a:solidFill>
                  <a:srgbClr val="0079A8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​"/>
              <a:defRPr b="0" i="0" sz="1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9"/>
          <p:cNvSpPr/>
          <p:nvPr>
            <p:ph idx="4" type="pic"/>
          </p:nvPr>
        </p:nvSpPr>
        <p:spPr>
          <a:xfrm>
            <a:off x="6181787" y="1703211"/>
            <a:ext cx="2727179" cy="390808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125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600"/>
              <a:buFont typeface="Arial"/>
              <a:buChar char="​"/>
              <a:defRPr b="0" i="0" sz="1600" u="none" cap="none" strike="noStrike">
                <a:solidFill>
                  <a:srgbClr val="0079A8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​"/>
              <a:defRPr b="0" i="0" sz="1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8" name="Google Shape;58;p9"/>
          <p:cNvSpPr/>
          <p:nvPr>
            <p:ph idx="5" type="pic"/>
          </p:nvPr>
        </p:nvSpPr>
        <p:spPr>
          <a:xfrm>
            <a:off x="9106369" y="1703211"/>
            <a:ext cx="2727179" cy="390808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125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600"/>
              <a:buFont typeface="Arial"/>
              <a:buChar char="​"/>
              <a:defRPr b="0" i="0" sz="1600" u="none" cap="none" strike="noStrike">
                <a:solidFill>
                  <a:srgbClr val="0079A8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​"/>
              <a:defRPr b="0" i="0" sz="1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cxnSp>
        <p:nvCxnSpPr>
          <p:cNvPr id="59" name="Google Shape;59;p9"/>
          <p:cNvCxnSpPr/>
          <p:nvPr/>
        </p:nvCxnSpPr>
        <p:spPr>
          <a:xfrm>
            <a:off x="338328" y="5702300"/>
            <a:ext cx="2715768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" name="Google Shape;60;p9"/>
          <p:cNvCxnSpPr/>
          <p:nvPr/>
        </p:nvCxnSpPr>
        <p:spPr>
          <a:xfrm>
            <a:off x="3264407" y="5702300"/>
            <a:ext cx="2715768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1" name="Google Shape;61;p9"/>
          <p:cNvCxnSpPr/>
          <p:nvPr/>
        </p:nvCxnSpPr>
        <p:spPr>
          <a:xfrm>
            <a:off x="6187492" y="5702300"/>
            <a:ext cx="2715768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" name="Google Shape;62;p9"/>
          <p:cNvCxnSpPr/>
          <p:nvPr/>
        </p:nvCxnSpPr>
        <p:spPr>
          <a:xfrm>
            <a:off x="9113258" y="5702300"/>
            <a:ext cx="2715768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" name="Google Shape;63;p9"/>
          <p:cNvSpPr txBox="1"/>
          <p:nvPr>
            <p:ph idx="1" type="body"/>
          </p:nvPr>
        </p:nvSpPr>
        <p:spPr>
          <a:xfrm>
            <a:off x="333375" y="5786195"/>
            <a:ext cx="2720975" cy="502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/>
            </a:lvl1pPr>
            <a:lvl2pPr indent="-3175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5pPr>
            <a:lvl6pPr indent="-3175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64" name="Google Shape;64;p9"/>
          <p:cNvSpPr txBox="1"/>
          <p:nvPr>
            <p:ph idx="6" type="body"/>
          </p:nvPr>
        </p:nvSpPr>
        <p:spPr>
          <a:xfrm>
            <a:off x="3264408" y="5786195"/>
            <a:ext cx="2720975" cy="502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/>
            </a:lvl1pPr>
            <a:lvl2pPr indent="-3175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5pPr>
            <a:lvl6pPr indent="-3175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65" name="Google Shape;65;p9"/>
          <p:cNvSpPr txBox="1"/>
          <p:nvPr>
            <p:ph idx="7" type="body"/>
          </p:nvPr>
        </p:nvSpPr>
        <p:spPr>
          <a:xfrm>
            <a:off x="6190488" y="5786195"/>
            <a:ext cx="2720975" cy="502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/>
            </a:lvl1pPr>
            <a:lvl2pPr indent="-3175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5pPr>
            <a:lvl6pPr indent="-3175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66" name="Google Shape;66;p9"/>
          <p:cNvSpPr txBox="1"/>
          <p:nvPr>
            <p:ph idx="8" type="body"/>
          </p:nvPr>
        </p:nvSpPr>
        <p:spPr>
          <a:xfrm>
            <a:off x="9113258" y="5786195"/>
            <a:ext cx="2720975" cy="502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/>
            </a:lvl1pPr>
            <a:lvl2pPr indent="-3175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5pPr>
            <a:lvl6pPr indent="-3175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67" name="Google Shape;67;p9"/>
          <p:cNvSpPr txBox="1"/>
          <p:nvPr>
            <p:ph idx="9" type="body"/>
          </p:nvPr>
        </p:nvSpPr>
        <p:spPr>
          <a:xfrm>
            <a:off x="338328" y="1021080"/>
            <a:ext cx="11484864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810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Char char="​"/>
              <a:defRPr sz="2400"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-column multi">
  <p:cSld name="4-column multi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0"/>
          <p:cNvSpPr/>
          <p:nvPr/>
        </p:nvSpPr>
        <p:spPr>
          <a:xfrm>
            <a:off x="6207877" y="381000"/>
            <a:ext cx="292375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type="title"/>
          </p:nvPr>
        </p:nvSpPr>
        <p:spPr>
          <a:xfrm>
            <a:off x="338327" y="90720"/>
            <a:ext cx="11515535" cy="9080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1" type="body"/>
          </p:nvPr>
        </p:nvSpPr>
        <p:spPr>
          <a:xfrm>
            <a:off x="338328" y="3526970"/>
            <a:ext cx="2715768" cy="23833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 sz="1800"/>
            </a:lvl1pPr>
            <a:lvl2pPr indent="-3302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600"/>
            </a:lvl2pPr>
            <a:lvl3pPr indent="-3175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4pPr>
            <a:lvl5pPr indent="-2794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00"/>
              <a:buChar char="​"/>
              <a:defRPr sz="800"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2" type="body"/>
          </p:nvPr>
        </p:nvSpPr>
        <p:spPr>
          <a:xfrm>
            <a:off x="3272035" y="3526971"/>
            <a:ext cx="2715768" cy="23833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 sz="1800"/>
            </a:lvl1pPr>
            <a:lvl2pPr indent="-3302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600"/>
            </a:lvl2pPr>
            <a:lvl3pPr indent="-3175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4pPr>
            <a:lvl5pPr indent="-2794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00"/>
              <a:buChar char="​"/>
              <a:defRPr sz="800"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10"/>
          <p:cNvSpPr txBox="1"/>
          <p:nvPr>
            <p:ph idx="3" type="body"/>
          </p:nvPr>
        </p:nvSpPr>
        <p:spPr>
          <a:xfrm>
            <a:off x="6205742" y="3526971"/>
            <a:ext cx="2715768" cy="23833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 sz="1800"/>
            </a:lvl1pPr>
            <a:lvl2pPr indent="-3302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600"/>
            </a:lvl2pPr>
            <a:lvl3pPr indent="-3175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4pPr>
            <a:lvl5pPr indent="-2794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00"/>
              <a:buChar char="​"/>
              <a:defRPr sz="800"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10"/>
          <p:cNvSpPr txBox="1"/>
          <p:nvPr>
            <p:ph idx="4" type="body"/>
          </p:nvPr>
        </p:nvSpPr>
        <p:spPr>
          <a:xfrm>
            <a:off x="9139449" y="3526971"/>
            <a:ext cx="2715768" cy="23833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 sz="1800"/>
            </a:lvl1pPr>
            <a:lvl2pPr indent="-3302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600"/>
            </a:lvl2pPr>
            <a:lvl3pPr indent="-3175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4pPr>
            <a:lvl5pPr indent="-2794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00"/>
              <a:buChar char="​"/>
              <a:defRPr sz="800"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0"/>
          <p:cNvSpPr/>
          <p:nvPr>
            <p:ph idx="5" type="pic"/>
          </p:nvPr>
        </p:nvSpPr>
        <p:spPr>
          <a:xfrm>
            <a:off x="344424" y="1703212"/>
            <a:ext cx="2703576" cy="1695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125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600"/>
              <a:buFont typeface="Arial"/>
              <a:buChar char="​"/>
              <a:defRPr b="0" i="0" sz="1600" u="none" cap="none" strike="noStrike">
                <a:solidFill>
                  <a:srgbClr val="0079A8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​"/>
              <a:defRPr b="0" i="0" sz="1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6" name="Google Shape;76;p10"/>
          <p:cNvSpPr/>
          <p:nvPr>
            <p:ph idx="6" type="pic"/>
          </p:nvPr>
        </p:nvSpPr>
        <p:spPr>
          <a:xfrm>
            <a:off x="3266831" y="1703212"/>
            <a:ext cx="2723180" cy="1695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125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600"/>
              <a:buFont typeface="Arial"/>
              <a:buChar char="​"/>
              <a:defRPr b="0" i="0" sz="1600" u="none" cap="none" strike="noStrike">
                <a:solidFill>
                  <a:srgbClr val="0079A8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​"/>
              <a:defRPr b="0" i="0" sz="1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7" name="Google Shape;77;p10"/>
          <p:cNvSpPr/>
          <p:nvPr>
            <p:ph idx="7" type="pic"/>
          </p:nvPr>
        </p:nvSpPr>
        <p:spPr>
          <a:xfrm>
            <a:off x="6205415" y="1703212"/>
            <a:ext cx="2705660" cy="1695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125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600"/>
              <a:buFont typeface="Arial"/>
              <a:buChar char="​"/>
              <a:defRPr b="0" i="0" sz="1600" u="none" cap="none" strike="noStrike">
                <a:solidFill>
                  <a:srgbClr val="0079A8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​"/>
              <a:defRPr b="0" i="0" sz="1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10"/>
          <p:cNvSpPr/>
          <p:nvPr>
            <p:ph idx="8" type="pic"/>
          </p:nvPr>
        </p:nvSpPr>
        <p:spPr>
          <a:xfrm>
            <a:off x="9126479" y="1703212"/>
            <a:ext cx="2724209" cy="1695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125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600"/>
              <a:buFont typeface="Arial"/>
              <a:buChar char="​"/>
              <a:defRPr b="0" i="0" sz="1600" u="none" cap="none" strike="noStrike">
                <a:solidFill>
                  <a:srgbClr val="0079A8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​"/>
              <a:defRPr b="0" i="0" sz="1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cxnSp>
        <p:nvCxnSpPr>
          <p:cNvPr id="79" name="Google Shape;79;p10"/>
          <p:cNvCxnSpPr/>
          <p:nvPr/>
        </p:nvCxnSpPr>
        <p:spPr>
          <a:xfrm>
            <a:off x="338328" y="3459480"/>
            <a:ext cx="2715768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0" name="Google Shape;80;p10"/>
          <p:cNvCxnSpPr/>
          <p:nvPr/>
        </p:nvCxnSpPr>
        <p:spPr>
          <a:xfrm>
            <a:off x="3264407" y="3459480"/>
            <a:ext cx="2715768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1" name="Google Shape;81;p10"/>
          <p:cNvCxnSpPr/>
          <p:nvPr/>
        </p:nvCxnSpPr>
        <p:spPr>
          <a:xfrm>
            <a:off x="6195307" y="3459480"/>
            <a:ext cx="2715768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2" name="Google Shape;82;p10"/>
          <p:cNvCxnSpPr/>
          <p:nvPr/>
        </p:nvCxnSpPr>
        <p:spPr>
          <a:xfrm>
            <a:off x="9136140" y="3459480"/>
            <a:ext cx="2715768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3" name="Google Shape;83;p10"/>
          <p:cNvSpPr txBox="1"/>
          <p:nvPr>
            <p:ph idx="9" type="body"/>
          </p:nvPr>
        </p:nvSpPr>
        <p:spPr>
          <a:xfrm>
            <a:off x="338328" y="1021080"/>
            <a:ext cx="11484864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810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Char char="​"/>
              <a:defRPr sz="2400"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-column">
  <p:cSld name="4-column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1"/>
          <p:cNvSpPr/>
          <p:nvPr/>
        </p:nvSpPr>
        <p:spPr>
          <a:xfrm>
            <a:off x="6207877" y="381000"/>
            <a:ext cx="292375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1"/>
          <p:cNvSpPr txBox="1"/>
          <p:nvPr>
            <p:ph idx="1" type="body"/>
          </p:nvPr>
        </p:nvSpPr>
        <p:spPr>
          <a:xfrm>
            <a:off x="338328" y="1599480"/>
            <a:ext cx="2715768" cy="43358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 sz="2000"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 sz="1800"/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600"/>
            </a:lvl3pPr>
            <a:lvl4pPr indent="-3302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​"/>
              <a:defRPr sz="1600"/>
            </a:lvl4pPr>
            <a:lvl5pPr indent="-28575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Char char="​"/>
              <a:defRPr sz="900"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7" name="Google Shape;87;p11"/>
          <p:cNvSpPr txBox="1"/>
          <p:nvPr>
            <p:ph idx="2" type="body"/>
          </p:nvPr>
        </p:nvSpPr>
        <p:spPr>
          <a:xfrm>
            <a:off x="3272035" y="1599480"/>
            <a:ext cx="2715768" cy="43358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 sz="2000"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 sz="1800"/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600"/>
            </a:lvl3pPr>
            <a:lvl4pPr indent="-3302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​"/>
              <a:defRPr sz="1600"/>
            </a:lvl4pPr>
            <a:lvl5pPr indent="-28575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Char char="​"/>
              <a:defRPr sz="900"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8" name="Google Shape;88;p11"/>
          <p:cNvSpPr txBox="1"/>
          <p:nvPr>
            <p:ph idx="3" type="body"/>
          </p:nvPr>
        </p:nvSpPr>
        <p:spPr>
          <a:xfrm>
            <a:off x="6205742" y="1599480"/>
            <a:ext cx="2715768" cy="43358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 sz="2000"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 sz="1800"/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600"/>
            </a:lvl3pPr>
            <a:lvl4pPr indent="-3302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​"/>
              <a:defRPr sz="1600"/>
            </a:lvl4pPr>
            <a:lvl5pPr indent="-28575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Char char="​"/>
              <a:defRPr sz="900"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9" name="Google Shape;89;p11"/>
          <p:cNvSpPr txBox="1"/>
          <p:nvPr>
            <p:ph idx="4" type="body"/>
          </p:nvPr>
        </p:nvSpPr>
        <p:spPr>
          <a:xfrm>
            <a:off x="9139449" y="1599480"/>
            <a:ext cx="2715768" cy="43358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 sz="2000"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 sz="1800"/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600"/>
            </a:lvl3pPr>
            <a:lvl4pPr indent="-3302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​"/>
              <a:defRPr sz="1600"/>
            </a:lvl4pPr>
            <a:lvl5pPr indent="-28575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Char char="​"/>
              <a:defRPr sz="900"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0" name="Google Shape;90;p11"/>
          <p:cNvSpPr txBox="1"/>
          <p:nvPr>
            <p:ph idx="5" type="body"/>
          </p:nvPr>
        </p:nvSpPr>
        <p:spPr>
          <a:xfrm>
            <a:off x="338328" y="1021080"/>
            <a:ext cx="11484864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810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Char char="​"/>
              <a:defRPr sz="2400"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1" name="Google Shape;91;p11"/>
          <p:cNvSpPr txBox="1"/>
          <p:nvPr>
            <p:ph type="title"/>
          </p:nvPr>
        </p:nvSpPr>
        <p:spPr>
          <a:xfrm>
            <a:off x="338327" y="90720"/>
            <a:ext cx="11515535" cy="9080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olumn photos">
  <p:cSld name="3_column photos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2"/>
          <p:cNvSpPr/>
          <p:nvPr>
            <p:ph idx="2" type="pic"/>
          </p:nvPr>
        </p:nvSpPr>
        <p:spPr>
          <a:xfrm>
            <a:off x="336549" y="1597025"/>
            <a:ext cx="3752871" cy="354855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2000"/>
              <a:buFont typeface="Arial"/>
              <a:buChar char="​"/>
              <a:defRPr b="0" i="0" sz="2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600"/>
              <a:buFont typeface="Arial"/>
              <a:buChar char="​"/>
              <a:defRPr b="0" i="0" sz="1600" u="none" cap="none" strike="noStrike">
                <a:solidFill>
                  <a:srgbClr val="0079A8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​"/>
              <a:defRPr b="0" i="0" sz="1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4" name="Google Shape;94;p12"/>
          <p:cNvSpPr/>
          <p:nvPr>
            <p:ph idx="3" type="pic"/>
          </p:nvPr>
        </p:nvSpPr>
        <p:spPr>
          <a:xfrm>
            <a:off x="4229382" y="1597026"/>
            <a:ext cx="3725862" cy="3548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2000"/>
              <a:buFont typeface="Arial"/>
              <a:buChar char="​"/>
              <a:defRPr b="0" i="0" sz="2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600"/>
              <a:buFont typeface="Arial"/>
              <a:buChar char="​"/>
              <a:defRPr b="0" i="0" sz="1600" u="none" cap="none" strike="noStrike">
                <a:solidFill>
                  <a:srgbClr val="0079A8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​"/>
              <a:defRPr b="0" i="0" sz="1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5" name="Google Shape;95;p12"/>
          <p:cNvSpPr/>
          <p:nvPr>
            <p:ph idx="4" type="pic"/>
          </p:nvPr>
        </p:nvSpPr>
        <p:spPr>
          <a:xfrm>
            <a:off x="8101820" y="1597026"/>
            <a:ext cx="3746255" cy="3548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2000"/>
              <a:buFont typeface="Arial"/>
              <a:buChar char="​"/>
              <a:defRPr b="0" i="0" sz="2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600"/>
              <a:buFont typeface="Arial"/>
              <a:buChar char="​"/>
              <a:defRPr b="0" i="0" sz="1600" u="none" cap="none" strike="noStrike">
                <a:solidFill>
                  <a:srgbClr val="0079A8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​"/>
              <a:defRPr b="0" i="0" sz="1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cxnSp>
        <p:nvCxnSpPr>
          <p:cNvPr id="96" name="Google Shape;96;p12"/>
          <p:cNvCxnSpPr/>
          <p:nvPr/>
        </p:nvCxnSpPr>
        <p:spPr>
          <a:xfrm>
            <a:off x="332897" y="5260975"/>
            <a:ext cx="3749040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7" name="Google Shape;97;p12"/>
          <p:cNvSpPr txBox="1"/>
          <p:nvPr>
            <p:ph idx="1" type="body"/>
          </p:nvPr>
        </p:nvSpPr>
        <p:spPr>
          <a:xfrm>
            <a:off x="336549" y="5344870"/>
            <a:ext cx="3749040" cy="502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/>
            </a:lvl1pPr>
            <a:lvl2pPr indent="-3175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5pPr>
            <a:lvl6pPr indent="-3175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cxnSp>
        <p:nvCxnSpPr>
          <p:cNvPr id="98" name="Google Shape;98;p12"/>
          <p:cNvCxnSpPr/>
          <p:nvPr/>
        </p:nvCxnSpPr>
        <p:spPr>
          <a:xfrm>
            <a:off x="4229382" y="5261728"/>
            <a:ext cx="3732576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" name="Google Shape;99;p12"/>
          <p:cNvSpPr txBox="1"/>
          <p:nvPr>
            <p:ph idx="5" type="body"/>
          </p:nvPr>
        </p:nvSpPr>
        <p:spPr>
          <a:xfrm>
            <a:off x="4218268" y="5345623"/>
            <a:ext cx="3749040" cy="502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/>
            </a:lvl1pPr>
            <a:lvl2pPr indent="-3175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5pPr>
            <a:lvl6pPr indent="-3175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cxnSp>
        <p:nvCxnSpPr>
          <p:cNvPr id="100" name="Google Shape;100;p12"/>
          <p:cNvCxnSpPr/>
          <p:nvPr/>
        </p:nvCxnSpPr>
        <p:spPr>
          <a:xfrm>
            <a:off x="8101820" y="5261728"/>
            <a:ext cx="3749040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1" name="Google Shape;101;p12"/>
          <p:cNvSpPr txBox="1"/>
          <p:nvPr>
            <p:ph idx="6" type="body"/>
          </p:nvPr>
        </p:nvSpPr>
        <p:spPr>
          <a:xfrm>
            <a:off x="8112687" y="5345623"/>
            <a:ext cx="3749040" cy="502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/>
            </a:lvl1pPr>
            <a:lvl2pPr indent="-3175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5pPr>
            <a:lvl6pPr indent="-3175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102" name="Google Shape;102;p12"/>
          <p:cNvSpPr txBox="1"/>
          <p:nvPr>
            <p:ph idx="7" type="body"/>
          </p:nvPr>
        </p:nvSpPr>
        <p:spPr>
          <a:xfrm>
            <a:off x="338328" y="1021080"/>
            <a:ext cx="11484864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810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Char char="​"/>
              <a:defRPr sz="2400"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3" name="Google Shape;103;p12"/>
          <p:cNvSpPr txBox="1"/>
          <p:nvPr>
            <p:ph type="title"/>
          </p:nvPr>
        </p:nvSpPr>
        <p:spPr>
          <a:xfrm>
            <a:off x="338327" y="90720"/>
            <a:ext cx="11515535" cy="9080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1"/>
          <p:cNvSpPr txBox="1"/>
          <p:nvPr>
            <p:ph type="title"/>
          </p:nvPr>
        </p:nvSpPr>
        <p:spPr>
          <a:xfrm>
            <a:off x="338327" y="90720"/>
            <a:ext cx="11515535" cy="9080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89101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0" name="Google Shape;10;p1"/>
          <p:cNvSpPr txBox="1"/>
          <p:nvPr>
            <p:ph idx="1" type="body"/>
          </p:nvPr>
        </p:nvSpPr>
        <p:spPr>
          <a:xfrm>
            <a:off x="338325" y="1599475"/>
            <a:ext cx="11515500" cy="50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​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​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​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"/>
          <p:cNvSpPr/>
          <p:nvPr/>
        </p:nvSpPr>
        <p:spPr>
          <a:xfrm flipH="1">
            <a:off x="336549" y="0"/>
            <a:ext cx="11868912" cy="89119"/>
          </a:xfrm>
          <a:prstGeom prst="rect">
            <a:avLst/>
          </a:prstGeom>
          <a:solidFill>
            <a:srgbClr val="89101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Logo.png" id="12" name="Google Shape;12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10816370" y="240603"/>
            <a:ext cx="909064" cy="75816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mailto:andy@andyinthecloud.com" TargetMode="External"/><Relationship Id="rId4" Type="http://schemas.openxmlformats.org/officeDocument/2006/relationships/hyperlink" Target="https://www.linkedin.com/in/andyfawcett/" TargetMode="External"/><Relationship Id="rId5" Type="http://schemas.openxmlformats.org/officeDocument/2006/relationships/image" Target="../media/image4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diagram-soql-dataset-access-today.png"/></Relationships>
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diagram-cursor-rdbms-overview.png"/></Relationships>
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diagram-cursor-soql-overview.png"/></Relationships>
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hyperlink" Target="mailto:andy@andyinthecloud.com" TargetMode="Externa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hyperlink" Target="mailto:andy@andyinthecloud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3"/>
          <p:cNvSpPr txBox="1"/>
          <p:nvPr>
            <p:ph type="ctrTitle"/>
          </p:nvPr>
        </p:nvSpPr>
        <p:spPr>
          <a:xfrm>
            <a:off x="360362" y="2691891"/>
            <a:ext cx="10908300" cy="1210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050F"/>
              </a:buClr>
              <a:buSzPts val="5400"/>
              <a:buFont typeface="Arial"/>
              <a:buNone/>
            </a:pPr>
            <a:r>
              <a:rPr lang="en-US" sz="4600"/>
              <a:t>Scaling Apex and LWC with Apex Cursors</a:t>
            </a:r>
            <a:endParaRPr sz="4600"/>
          </a:p>
        </p:txBody>
      </p:sp>
      <p:sp>
        <p:nvSpPr>
          <p:cNvPr id="109" name="Google Shape;109;p13"/>
          <p:cNvSpPr txBox="1"/>
          <p:nvPr/>
        </p:nvSpPr>
        <p:spPr>
          <a:xfrm>
            <a:off x="412148" y="4374575"/>
            <a:ext cx="5682300" cy="108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/>
          <a:p>
            <a:pPr indent="-12065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7F7F7F"/>
              </a:buClr>
              <a:buSzPts val="1900"/>
              <a:buChar char="​"/>
            </a:pPr>
            <a:r>
              <a:rPr b="1" lang="en-US" sz="1900">
                <a:solidFill>
                  <a:srgbClr val="800000"/>
                </a:solidFill>
              </a:rPr>
              <a:t>Andrew Fawcett</a:t>
            </a:r>
            <a:r>
              <a:rPr lang="en-US" sz="1900">
                <a:solidFill>
                  <a:srgbClr val="800000"/>
                </a:solidFill>
              </a:rPr>
              <a:t>, AndyInTheCloud Consulting Ltd</a:t>
            </a:r>
            <a:endParaRPr sz="1900">
              <a:solidFill>
                <a:srgbClr val="800000"/>
              </a:solidFill>
            </a:endParaRPr>
          </a:p>
          <a:p>
            <a:pPr indent="-12065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900"/>
              <a:buChar char="​"/>
            </a:pPr>
            <a:r>
              <a:rPr lang="en-US" sz="1900" u="sng">
                <a:solidFill>
                  <a:schemeClr val="hlink"/>
                </a:solidFill>
                <a:hlinkClick r:id="rId3"/>
              </a:rPr>
              <a:t>andy@andyinthecloud.com</a:t>
            </a:r>
            <a:r>
              <a:rPr lang="en-US" sz="1900">
                <a:solidFill>
                  <a:srgbClr val="800000"/>
                </a:solidFill>
              </a:rPr>
              <a:t> </a:t>
            </a:r>
            <a:endParaRPr sz="1900">
              <a:solidFill>
                <a:srgbClr val="800000"/>
              </a:solidFill>
            </a:endParaRPr>
          </a:p>
          <a:p>
            <a:pPr indent="-12065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900"/>
              <a:buChar char="​"/>
            </a:pPr>
            <a:r>
              <a:rPr lang="en-US" sz="1900" u="sng">
                <a:solidFill>
                  <a:schemeClr val="hlink"/>
                </a:solidFill>
                <a:hlinkClick r:id="rId4"/>
              </a:rPr>
              <a:t>https://www.linkedin.com/in/andyfawcett/</a:t>
            </a:r>
            <a:r>
              <a:rPr lang="en-US" sz="1900">
                <a:solidFill>
                  <a:srgbClr val="800000"/>
                </a:solidFill>
              </a:rPr>
              <a:t> </a:t>
            </a:r>
            <a:endParaRPr sz="1900">
              <a:solidFill>
                <a:srgbClr val="800000"/>
              </a:solidFill>
            </a:endParaRPr>
          </a:p>
          <a:p>
            <a:pPr indent="-101600" lvl="0" marL="0" rtl="0" algn="l"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600"/>
              <a:buChar char="​"/>
            </a:pPr>
            <a:r>
              <a:t/>
            </a:r>
            <a:endParaRPr sz="1600">
              <a:solidFill>
                <a:srgbClr val="800000"/>
              </a:solidFill>
            </a:endParaRPr>
          </a:p>
          <a:p>
            <a:pPr indent="-101600" lvl="0" marL="0" rtl="0" algn="l"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600"/>
              <a:buChar char="​"/>
            </a:pPr>
            <a:r>
              <a:rPr lang="en-US" sz="1600">
                <a:solidFill>
                  <a:srgbClr val="800000"/>
                </a:solidFill>
              </a:rPr>
              <a:t>	</a:t>
            </a:r>
            <a:endParaRPr sz="1600">
              <a:solidFill>
                <a:srgbClr val="800000"/>
              </a:solidFill>
            </a:endParaRPr>
          </a:p>
        </p:txBody>
      </p:sp>
      <p:pic>
        <p:nvPicPr>
          <p:cNvPr id="110" name="Google Shape;110;p13" title="AndyInTheCLoudLogo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150" y="5529200"/>
            <a:ext cx="1018150" cy="1018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4"/>
          <p:cNvSpPr txBox="1"/>
          <p:nvPr>
            <p:ph idx="1" type="body"/>
          </p:nvPr>
        </p:nvSpPr>
        <p:spPr>
          <a:xfrm>
            <a:off x="338325" y="1050000"/>
            <a:ext cx="11484900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/>
              <a:t>UI paging with OFFSET/LIMIT vs async processing in fixed-size chunks.</a:t>
            </a:r>
            <a:endParaRPr/>
          </a:p>
        </p:txBody>
      </p:sp>
      <p:pic>
        <p:nvPicPr>
          <p:cNvPr id="117" name="diagram-soql-dataset-access-today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8325" y="1450000"/>
            <a:ext cx="11484900" cy="5432825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4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</a:pPr>
            <a:r>
              <a:rPr lang="en-US"/>
              <a:t>Accessing and processing datasets today in SOQL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4"/>
          <p:cNvSpPr txBox="1"/>
          <p:nvPr>
            <p:ph idx="1" type="body"/>
          </p:nvPr>
        </p:nvSpPr>
        <p:spPr>
          <a:xfrm>
            <a:off x="338325" y="1050000"/>
            <a:ext cx="11484900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/>
              <a:t>Traverse a query result incrementally instead of returning the full set at once.</a:t>
            </a:r>
            <a:endParaRPr/>
          </a:p>
        </p:txBody>
      </p:sp>
      <p:pic>
        <p:nvPicPr>
          <p:cNvPr id="118" name="diagram-cursor-rdbms-overview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8325" y="1450000"/>
            <a:ext cx="11484900" cy="7103509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4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</a:pPr>
            <a:r>
              <a:rPr lang="en-US"/>
              <a:t>What is a SQL Cursor?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4"/>
          <p:cNvSpPr txBox="1"/>
          <p:nvPr>
            <p:ph idx="1" type="body"/>
          </p:nvPr>
        </p:nvSpPr>
        <p:spPr>
          <a:xfrm>
            <a:off x="338325" y="1050000"/>
            <a:ext cx="11484900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/>
              <a:t>SQL cursor concepts on Salesforce: Database.getCursor(SOQL) and incremental fetch in Apex.</a:t>
            </a:r>
            <a:endParaRPr/>
          </a:p>
        </p:txBody>
      </p:sp>
      <p:pic>
        <p:nvPicPr>
          <p:cNvPr id="117" name="diagram-cursor-soql-overview" title="cursor-soql-overview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8325" y="1450000"/>
            <a:ext cx="11484900" cy="7103509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4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</a:pPr>
            <a:r>
              <a:rPr lang="en-US"/>
              <a:t>What is a SOQL Cursor?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usecases-interactive"/>
          <p:cNvSpPr txBox="1"/>
          <p:nvPr/>
        </p:nvSpPr>
        <p:spPr>
          <a:xfrm>
            <a:off x="338325" y="1513500"/>
            <a:ext cx="5400000" cy="1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54864" lIns="91440" rIns="91440" tIns="36576" wrap="square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2400" b="1">
                <a:solidFill>
                  <a:srgbClr val="4A6FA5"/>
                </a:solidFill>
              </a:rPr>
              <a:t>Interactive</a:t>
            </a:r>
            <a:endParaRPr/>
          </a:p>
          <a:p>
            <a:pPr indent="-2857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Analyst large data view</a:t>
            </a:r>
            <a:endParaRPr/>
          </a:p>
          <a:p>
            <a:pPr indent="-285750" lvl="0" marL="45720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Reporting and drilldown</a:t>
            </a:r>
            <a:endParaRPr/>
          </a:p>
          <a:p>
            <a:pPr indent="-285750" lvl="0" marL="45720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Preview job records to process</a:t>
            </a:r>
            <a:endParaRPr/>
          </a:p>
        </p:txBody>
      </p:sp>
      <p:sp>
        <p:nvSpPr>
          <p:cNvPr id="117" name="usecases-batch"/>
          <p:cNvSpPr txBox="1"/>
          <p:nvPr/>
        </p:nvSpPr>
        <p:spPr>
          <a:xfrm>
            <a:off x="6423225" y="1513500"/>
            <a:ext cx="5400000" cy="1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54864" lIns="91440" rIns="91440" tIns="36576" wrap="square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2400" b="1">
                <a:solidFill>
                  <a:srgbClr val="5A7A3A"/>
                </a:solidFill>
              </a:rPr>
              <a:t>Batch</a:t>
            </a:r>
            <a:endParaRPr/>
          </a:p>
          <a:p>
            <a:pPr indent="-2857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Orchestrate process execution</a:t>
            </a:r>
            <a:endParaRPr/>
          </a:p>
          <a:p>
            <a:pPr indent="-285750" lvl="0" marL="45720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Look ahead to optimize resource usage</a:t>
            </a:r>
            <a:endParaRPr/>
          </a:p>
          <a:p>
            <a:pPr indent="-285750" lvl="0" marL="45720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Safer immutable record set</a:t>
            </a:r>
            <a:endParaRPr/>
          </a:p>
        </p:txBody>
      </p:sp>
      <p:sp>
        <p:nvSpPr>
          <p:cNvPr id="120" name="terminal-pagination"/>
          <p:cNvSpPr txBox="1"/>
          <p:nvPr/>
        </p:nvSpPr>
        <p:spPr>
          <a:xfrm>
            <a:off x="338325" y="3213500"/>
            <a:ext cx="5400000" cy="1850000"/>
          </a:xfrm>
          <a:prstGeom prst="rect">
            <a:avLst/>
          </a:prstGeom>
          <a:solidFill>
            <a:srgbClr val="1E1E1E"/>
          </a:solidFill>
          <a:ln w="12700">
            <a:solidFill>
              <a:srgbClr val="4A6FA5"/>
            </a:solidFill>
          </a:ln>
        </p:spPr>
        <p:txBody>
          <a:bodyPr anchorCtr="0" anchor="t" bIns="190000" lIns="91440" rIns="91440" tIns="50000" wrap="square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700" typeface="Consolas">
                <a:solidFill>
                  <a:srgbClr val="6A9955"/>
                </a:solidFill>
              </a:rPr>
              <a:t>apex&gt;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1700" typeface="Consolas">
                <a:solidFill>
                  <a:srgbClr val="569CD6"/>
                </a:solidFill>
              </a:rPr>
              <a:t>Database.PaginationCursor</a:t>
            </a:r>
            <a:r>
              <a:rPr lang="en-US" sz="1700" typeface="Consolas">
                <a:solidFill>
                  <a:srgbClr val="D4D4D4"/>
                </a:solidFill>
              </a:rPr>
              <a:t> c =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en-US" sz="1700" typeface="Consolas">
                <a:solidFill>
                  <a:srgbClr val="DCDCAA"/>
                </a:solidFill>
              </a:rPr>
              <a:t>  Database.getPaginationCursor(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en-US" sz="1700" typeface="Consolas">
                <a:solidFill>
                  <a:srgbClr val="CE9178"/>
                </a:solidFill>
              </a:rPr>
              <a:t>    soql, AccessLevel.USER_MODE);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en-US" sz="1700" typeface="Consolas">
                <a:solidFill>
                  <a:srgbClr val="D4D4D4"/>
                </a:solidFill>
              </a:rPr>
              <a:t>Database.CursorFetchResult r =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50"/>
              </a:spcBef>
              <a:spcAft>
                <a:spcPts val="200"/>
              </a:spcAft>
              <a:buNone/>
            </a:pPr>
            <a:r>
              <a:rPr lang="en-US" sz="1700" typeface="Consolas">
                <a:solidFill>
                  <a:srgbClr val="DCDCAA"/>
                </a:solidFill>
              </a:rPr>
              <a:t>  c.fetchPage(start, pageSize);</a:t>
            </a:r>
            <a:endParaRPr/>
          </a:p>
        </p:txBody>
      </p:sp>
      <p:sp>
        <p:nvSpPr>
          <p:cNvPr id="121" name="terminal-standard"/>
          <p:cNvSpPr txBox="1"/>
          <p:nvPr/>
        </p:nvSpPr>
        <p:spPr>
          <a:xfrm>
            <a:off x="6423225" y="3213500"/>
            <a:ext cx="5400000" cy="1850000"/>
          </a:xfrm>
          <a:prstGeom prst="rect">
            <a:avLst/>
          </a:prstGeom>
          <a:solidFill>
            <a:srgbClr val="1E1E1E"/>
          </a:solidFill>
          <a:ln w="12700">
            <a:solidFill>
              <a:srgbClr val="5A7A3A"/>
            </a:solidFill>
          </a:ln>
        </p:spPr>
        <p:txBody>
          <a:bodyPr anchorCtr="0" anchor="t" bIns="190000" lIns="91440" rIns="91440" tIns="50000" wrap="square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700" typeface="Consolas">
                <a:solidFill>
                  <a:srgbClr val="6A9955"/>
                </a:solidFill>
              </a:rPr>
              <a:t>apex&gt;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1700" typeface="Consolas">
                <a:solidFill>
                  <a:srgbClr val="4EC9B0"/>
                </a:solidFill>
              </a:rPr>
              <a:t>Database.Cursor</a:t>
            </a:r>
            <a:r>
              <a:rPr lang="en-US" sz="1700" typeface="Consolas">
                <a:solidFill>
                  <a:srgbClr val="D4D4D4"/>
                </a:solidFill>
              </a:rPr>
              <a:t> c =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en-US" sz="1700" typeface="Consolas">
                <a:solidFill>
                  <a:srgbClr val="DCDCAA"/>
                </a:solidFill>
              </a:rPr>
              <a:t>  Database.getCursor(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en-US" sz="1700" typeface="Consolas">
                <a:solidFill>
                  <a:srgbClr val="CE9178"/>
                </a:solidFill>
              </a:rPr>
              <a:t>    soql, AccessLevel.USER_MODE);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en-US" sz="1700" typeface="Consolas">
                <a:solidFill>
                  <a:srgbClr val="D4D4D4"/>
                </a:solidFill>
              </a:rPr>
              <a:t>List&lt;Account&gt; batch =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50"/>
              </a:spcBef>
              <a:spcAft>
                <a:spcPts val="200"/>
              </a:spcAft>
              <a:buNone/>
            </a:pPr>
            <a:r>
              <a:rPr lang="en-US" sz="1700" typeface="Consolas">
                <a:solidFill>
                  <a:srgbClr val="DCDCAA"/>
                </a:solidFill>
              </a:rPr>
              <a:t>  c.fetch(offset, pageSize);</a:t>
            </a:r>
            <a:endParaRPr/>
          </a:p>
        </p:txBody>
      </p:sp>
      <p:sp>
        <p:nvSpPr>
          <p:cNvPr id="118" name="architecture-band"/>
          <p:cNvSpPr/>
          <p:nvPr/>
        </p:nvSpPr>
        <p:spPr>
          <a:xfrm>
            <a:off x="338325" y="5363500"/>
            <a:ext cx="11484900" cy="980000"/>
          </a:xfrm>
          <a:prstGeom prst="rect">
            <a:avLst/>
          </a:prstGeom>
          <a:solidFill>
            <a:srgbClr val="F7F7F7"/>
          </a:solidFill>
          <a:ln>
            <a:solidFill>
              <a:srgbClr val="CCCCC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9" name="usecases-architecture"/>
          <p:cNvSpPr txBox="1"/>
          <p:nvPr/>
        </p:nvSpPr>
        <p:spPr>
          <a:xfrm>
            <a:off x="338325" y="5363500"/>
            <a:ext cx="11484900" cy="980000"/>
          </a:xfrm>
          <a:prstGeom prst="rect">
            <a:avLst/>
          </a:prstGeom>
          <a:noFill/>
          <a:ln>
            <a:noFill/>
          </a:ln>
        </p:spPr>
        <p:txBody>
          <a:bodyPr anchorCtr="1" anchor="ctr" bIns="54864" lIns="91440" rIns="91440" tIns="36576" wrap="square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400" b="1">
                <a:solidFill>
                  <a:srgbClr val="891019"/>
                </a:solidFill>
              </a:rPr>
              <a:t>Architecture</a:t>
            </a:r>
            <a:endParaRPr/>
          </a:p>
          <a:p>
            <a:pPr indent="0" lvl="0" marL="0" rtl="0" algn="ctr">
              <a:lnSpc>
                <a:spcPct val="110000"/>
              </a:lnSpc>
              <a:spcBef>
                <a:spcPts val="180"/>
              </a:spcBef>
              <a:spcAft>
                <a:spcPts val="0"/>
              </a:spcAft>
              <a:buNone/>
            </a:pPr>
            <a:r>
              <a:rPr lang="en-US" sz="1800"/>
              <a:t>24hr cached large record sets | Scalable replacement to SOQL OFFSET | Bidirectional navigation</a:t>
            </a:r>
            <a:endParaRPr/>
          </a:p>
        </p:txBody>
      </p:sp>
      <p:sp>
        <p:nvSpPr>
          <p:cNvPr id="116" name="Google Shape;116;p14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</a:pPr>
            <a:r>
              <a:rPr lang="en-US"/>
              <a:t>Usecases for Apex Cursors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4"/>
          <p:cNvSpPr txBox="1"/>
          <p:nvPr>
            <p:ph idx="1" type="body"/>
          </p:nvPr>
        </p:nvSpPr>
        <p:spPr>
          <a:xfrm>
            <a:off x="338325" y="1020943"/>
            <a:ext cx="11484900" cy="52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/>
              <a:t/>
            </a:r>
            <a:endParaRPr/>
          </a:p>
        </p:txBody>
      </p:sp>
      <p:sp>
        <p:nvSpPr>
          <p:cNvPr id="116" name="Google Shape;116;p14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</a:pPr>
            <a:r>
              <a:rPr lang="en-US"/>
              <a:t>Demo 1: Virtual Data Table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4"/>
          <p:cNvSpPr txBox="1"/>
          <p:nvPr>
            <p:ph idx="1" type="body"/>
          </p:nvPr>
        </p:nvSpPr>
        <p:spPr>
          <a:xfrm>
            <a:off x="338325" y="1020943"/>
            <a:ext cx="11484900" cy="52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/>
              <a:t/>
            </a:r>
            <a:endParaRPr/>
          </a:p>
        </p:txBody>
      </p:sp>
      <p:sp>
        <p:nvSpPr>
          <p:cNvPr id="116" name="Google Shape;116;p14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</a:pPr>
            <a:r>
              <a:rPr lang="en-US"/>
              <a:t>Demo 1: Highlights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4"/>
          <p:cNvSpPr txBox="1"/>
          <p:nvPr>
            <p:ph idx="1" type="body"/>
          </p:nvPr>
        </p:nvSpPr>
        <p:spPr>
          <a:xfrm>
            <a:off x="338325" y="1020943"/>
            <a:ext cx="11484900" cy="52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/>
              <a:t/>
            </a:r>
            <a:endParaRPr/>
          </a:p>
        </p:txBody>
      </p:sp>
      <p:sp>
        <p:nvSpPr>
          <p:cNvPr id="116" name="Google Shape;116;p14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</a:pPr>
            <a:r>
              <a:rPr lang="en-US"/>
              <a:t>Demo 2: Interactive Reporting and Drilldown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4"/>
          <p:cNvSpPr txBox="1"/>
          <p:nvPr>
            <p:ph idx="1" type="body"/>
          </p:nvPr>
        </p:nvSpPr>
        <p:spPr>
          <a:xfrm>
            <a:off x="338325" y="1020943"/>
            <a:ext cx="11484900" cy="52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/>
              <a:t/>
            </a:r>
            <a:endParaRPr/>
          </a:p>
        </p:txBody>
      </p:sp>
      <p:sp>
        <p:nvSpPr>
          <p:cNvPr id="116" name="Google Shape;116;p14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</a:pPr>
            <a:r>
              <a:rPr lang="en-US"/>
              <a:t>Demo 2: Highlights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4"/>
          <p:cNvSpPr txBox="1"/>
          <p:nvPr>
            <p:ph idx="1" type="body"/>
          </p:nvPr>
        </p:nvSpPr>
        <p:spPr>
          <a:xfrm>
            <a:off x="338325" y="1020943"/>
            <a:ext cx="11484900" cy="52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/>
              <a:t/>
            </a:r>
            <a:endParaRPr/>
          </a:p>
        </p:txBody>
      </p:sp>
      <p:sp>
        <p:nvSpPr>
          <p:cNvPr id="116" name="Google Shape;116;p14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</a:pPr>
            <a:r>
              <a:rPr lang="en-US"/>
              <a:t>Demo 3: Adaptive Async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4"/>
          <p:cNvSpPr txBox="1"/>
          <p:nvPr>
            <p:ph idx="1" type="body"/>
          </p:nvPr>
        </p:nvSpPr>
        <p:spPr>
          <a:xfrm>
            <a:off x="338325" y="1020943"/>
            <a:ext cx="11484900" cy="52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/>
              <a:t/>
            </a:r>
            <a:endParaRPr/>
          </a:p>
        </p:txBody>
      </p:sp>
      <p:sp>
        <p:nvSpPr>
          <p:cNvPr id="116" name="Google Shape;116;p14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</a:pPr>
            <a:r>
              <a:rPr lang="en-US"/>
              <a:t>Demo 3: Highlights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4"/>
          <p:cNvSpPr txBox="1"/>
          <p:nvPr>
            <p:ph idx="1" type="body"/>
          </p:nvPr>
        </p:nvSpPr>
        <p:spPr>
          <a:xfrm>
            <a:off x="338325" y="1020943"/>
            <a:ext cx="11484900" cy="52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/>
              <a:t/>
            </a:r>
            <a:endParaRPr/>
          </a:p>
        </p:txBody>
      </p:sp>
      <p:sp>
        <p:nvSpPr>
          <p:cNvPr id="116" name="Google Shape;116;p14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</a:pPr>
            <a:r>
              <a:rPr lang="en-US"/>
              <a:t>Limits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4"/>
          <p:cNvSpPr txBox="1"/>
          <p:nvPr>
            <p:ph idx="1" type="body"/>
          </p:nvPr>
        </p:nvSpPr>
        <p:spPr>
          <a:xfrm>
            <a:off x="338325" y="1020943"/>
            <a:ext cx="11484900" cy="52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/>
              <a:t/>
            </a:r>
            <a:endParaRPr/>
          </a:p>
        </p:txBody>
      </p:sp>
      <p:sp>
        <p:nvSpPr>
          <p:cNvPr id="116" name="Google Shape;116;p14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</a:pPr>
            <a:r>
              <a:rPr lang="en-US"/>
              <a:t>Tips and Tricks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2"/>
          <p:cNvSpPr txBox="1"/>
          <p:nvPr>
            <p:ph type="ctrTitle"/>
          </p:nvPr>
        </p:nvSpPr>
        <p:spPr>
          <a:xfrm>
            <a:off x="360362" y="2691891"/>
            <a:ext cx="10908300" cy="1210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050F"/>
              </a:buClr>
              <a:buSzPts val="5400"/>
              <a:buFont typeface="Arial"/>
              <a:buNone/>
            </a:pPr>
            <a:r>
              <a:rPr lang="en-US"/>
              <a:t>Q&amp;A</a:t>
            </a:r>
            <a:endParaRPr/>
          </a:p>
        </p:txBody>
      </p:sp>
      <p:sp>
        <p:nvSpPr>
          <p:cNvPr id="189" name="Google Shape;189;p22"/>
          <p:cNvSpPr txBox="1"/>
          <p:nvPr/>
        </p:nvSpPr>
        <p:spPr>
          <a:xfrm>
            <a:off x="412162" y="4374565"/>
            <a:ext cx="4722600" cy="108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/>
          <a:p>
            <a:pPr indent="-12065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7F7F7F"/>
              </a:buClr>
              <a:buSzPts val="1900"/>
              <a:buChar char="​"/>
            </a:pPr>
            <a:r>
              <a:rPr lang="en-US" sz="1900">
                <a:solidFill>
                  <a:srgbClr val="800000"/>
                </a:solidFill>
              </a:rPr>
              <a:t>Andrew Fawcett</a:t>
            </a:r>
            <a:endParaRPr sz="1900">
              <a:solidFill>
                <a:srgbClr val="800000"/>
              </a:solidFill>
            </a:endParaRPr>
          </a:p>
          <a:p>
            <a:pPr indent="-12065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900"/>
              <a:buChar char="​"/>
            </a:pPr>
            <a:r>
              <a:rPr lang="en-US" sz="1900" u="sng">
                <a:solidFill>
                  <a:schemeClr val="hlink"/>
                </a:solidFill>
                <a:hlinkClick r:id="rId3"/>
              </a:rPr>
              <a:t>andy@andyinthecloud.com</a:t>
            </a:r>
            <a:r>
              <a:rPr lang="en-US" sz="1900">
                <a:solidFill>
                  <a:srgbClr val="800000"/>
                </a:solidFill>
              </a:rPr>
              <a:t> | LinkedIn</a:t>
            </a:r>
            <a:endParaRPr sz="1900">
              <a:solidFill>
                <a:srgbClr val="800000"/>
              </a:solidFill>
            </a:endParaRPr>
          </a:p>
          <a:p>
            <a:pPr indent="-12065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900"/>
              <a:buChar char="​"/>
            </a:pPr>
            <a:r>
              <a:t/>
            </a:r>
            <a:endParaRPr sz="1900">
              <a:solidFill>
                <a:srgbClr val="800000"/>
              </a:solidFill>
            </a:endParaRPr>
          </a:p>
          <a:p>
            <a:pPr indent="-101600" lvl="0" marL="0" rtl="0" algn="l"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600"/>
              <a:buChar char="​"/>
            </a:pPr>
            <a:r>
              <a:t/>
            </a:r>
            <a:endParaRPr sz="1600">
              <a:solidFill>
                <a:srgbClr val="800000"/>
              </a:solidFill>
            </a:endParaRPr>
          </a:p>
          <a:p>
            <a:pPr indent="-101600" lvl="0" marL="0" rtl="0" algn="l"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600"/>
              <a:buChar char="​"/>
            </a:pPr>
            <a:r>
              <a:rPr lang="en-US" sz="1600">
                <a:solidFill>
                  <a:srgbClr val="800000"/>
                </a:solidFill>
              </a:rPr>
              <a:t>	</a:t>
            </a:r>
            <a:endParaRPr sz="1600">
              <a:solidFill>
                <a:srgbClr val="800000"/>
              </a:solidFill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3"/>
          <p:cNvSpPr txBox="1"/>
          <p:nvPr>
            <p:ph type="ctrTitle"/>
          </p:nvPr>
        </p:nvSpPr>
        <p:spPr>
          <a:xfrm>
            <a:off x="360362" y="2691891"/>
            <a:ext cx="10908300" cy="1210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050F"/>
              </a:buClr>
              <a:buSzPts val="5400"/>
              <a:buFont typeface="Arial"/>
              <a:buNone/>
            </a:pPr>
            <a:r>
              <a:rPr lang="en-US"/>
              <a:t>Thank You</a:t>
            </a:r>
            <a:endParaRPr/>
          </a:p>
        </p:txBody>
      </p:sp>
      <p:sp>
        <p:nvSpPr>
          <p:cNvPr id="195" name="Google Shape;195;p23"/>
          <p:cNvSpPr txBox="1"/>
          <p:nvPr/>
        </p:nvSpPr>
        <p:spPr>
          <a:xfrm>
            <a:off x="412162" y="4374565"/>
            <a:ext cx="4722600" cy="108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/>
          <a:p>
            <a:pPr indent="-12065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7F7F7F"/>
              </a:buClr>
              <a:buSzPts val="1900"/>
              <a:buChar char="​"/>
            </a:pPr>
            <a:r>
              <a:rPr lang="en-US" sz="1900">
                <a:solidFill>
                  <a:srgbClr val="800000"/>
                </a:solidFill>
              </a:rPr>
              <a:t>Andrew Fawcett</a:t>
            </a:r>
            <a:endParaRPr sz="1900">
              <a:solidFill>
                <a:srgbClr val="800000"/>
              </a:solidFill>
            </a:endParaRPr>
          </a:p>
          <a:p>
            <a:pPr indent="-12065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900"/>
              <a:buChar char="​"/>
            </a:pPr>
            <a:r>
              <a:rPr lang="en-US" sz="1900" u="sng">
                <a:solidFill>
                  <a:schemeClr val="hlink"/>
                </a:solidFill>
                <a:hlinkClick r:id="rId3"/>
              </a:rPr>
              <a:t>andy@andyinthecloud.com</a:t>
            </a:r>
            <a:r>
              <a:rPr lang="en-US" sz="1900">
                <a:solidFill>
                  <a:srgbClr val="800000"/>
                </a:solidFill>
              </a:rPr>
              <a:t> | LinkedIn</a:t>
            </a:r>
            <a:endParaRPr sz="1900">
              <a:solidFill>
                <a:srgbClr val="800000"/>
              </a:solidFill>
            </a:endParaRPr>
          </a:p>
          <a:p>
            <a:pPr indent="-12065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900"/>
              <a:buChar char="​"/>
            </a:pPr>
            <a:r>
              <a:t/>
            </a:r>
            <a:endParaRPr sz="1900">
              <a:solidFill>
                <a:srgbClr val="800000"/>
              </a:solidFill>
            </a:endParaRPr>
          </a:p>
          <a:p>
            <a:pPr indent="-101600" lvl="0" marL="0" rtl="0" algn="l"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600"/>
              <a:buChar char="​"/>
            </a:pPr>
            <a:r>
              <a:t/>
            </a:r>
            <a:endParaRPr sz="1600">
              <a:solidFill>
                <a:srgbClr val="800000"/>
              </a:solidFill>
            </a:endParaRPr>
          </a:p>
          <a:p>
            <a:pPr indent="-101600" lvl="0" marL="0" rtl="0" algn="l"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600"/>
              <a:buChar char="​"/>
            </a:pPr>
            <a:r>
              <a:rPr lang="en-US" sz="1600">
                <a:solidFill>
                  <a:srgbClr val="800000"/>
                </a:solidFill>
              </a:rPr>
              <a:t>	</a:t>
            </a:r>
            <a:endParaRPr sz="1600">
              <a:solidFill>
                <a:srgbClr val="800000"/>
              </a:solidFill>
            </a:endParaRPr>
          </a:p>
          <a:p>
            <a:pPr indent="-120650" lvl="0" marL="0" rtl="0" algn="l"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900"/>
              <a:buChar char="​"/>
            </a:pPr>
            <a:r>
              <a:t/>
            </a:r>
            <a:endParaRPr sz="1900">
              <a:solidFill>
                <a:srgbClr val="800000"/>
              </a:solidFill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Salesforce 2014 Interim">
      <a:dk1>
        <a:srgbClr val="262626"/>
      </a:dk1>
      <a:lt1>
        <a:srgbClr val="FFFFFF"/>
      </a:lt1>
      <a:dk2>
        <a:srgbClr val="003C4D"/>
      </a:dk2>
      <a:lt2>
        <a:srgbClr val="D9E0E2"/>
      </a:lt2>
      <a:accent1>
        <a:srgbClr val="00A1E0"/>
      </a:accent1>
      <a:accent2>
        <a:srgbClr val="7C868D"/>
      </a:accent2>
      <a:accent3>
        <a:srgbClr val="008675"/>
      </a:accent3>
      <a:accent4>
        <a:srgbClr val="5C068C"/>
      </a:accent4>
      <a:accent5>
        <a:srgbClr val="E98300"/>
      </a:accent5>
      <a:accent6>
        <a:srgbClr val="F1C300"/>
      </a:accent6>
      <a:hlink>
        <a:srgbClr val="0075A4"/>
      </a:hlink>
      <a:folHlink>
        <a:srgbClr val="9430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ondon's Calling">
  <a:themeElements>
    <a:clrScheme name="Salesforce Color Pallet - June 2015 2">
      <a:dk1>
        <a:srgbClr val="1C1C1C"/>
      </a:dk1>
      <a:lt1>
        <a:srgbClr val="FFFFFF"/>
      </a:lt1>
      <a:dk2>
        <a:srgbClr val="19325C"/>
      </a:dk2>
      <a:lt2>
        <a:srgbClr val="D0D9DE"/>
      </a:lt2>
      <a:accent1>
        <a:srgbClr val="00A1E0"/>
      </a:accent1>
      <a:accent2>
        <a:srgbClr val="7C868D"/>
      </a:accent2>
      <a:accent3>
        <a:srgbClr val="00B2A9"/>
      </a:accent3>
      <a:accent4>
        <a:srgbClr val="963CBD"/>
      </a:accent4>
      <a:accent5>
        <a:srgbClr val="ED8B00"/>
      </a:accent5>
      <a:accent6>
        <a:srgbClr val="FFC72C"/>
      </a:accent6>
      <a:hlink>
        <a:srgbClr val="001871"/>
      </a:hlink>
      <a:folHlink>
        <a:srgbClr val="963CB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